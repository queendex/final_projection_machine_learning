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20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45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03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8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0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78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58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0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94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8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54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036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57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15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82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2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07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188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743"/>
            <a:ext cx="9115865" cy="1899139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r>
              <a:rPr sz="6000" dirty="0">
                <a:solidFill>
                  <a:schemeClr val="bg1"/>
                </a:solidFill>
              </a:rPr>
              <a:t>Customer Segmentation Insights</a:t>
            </a:r>
            <a:r>
              <a:rPr lang="en-GB" sz="6000" dirty="0">
                <a:solidFill>
                  <a:schemeClr val="bg1"/>
                </a:solidFill>
              </a:rPr>
              <a:t> and prediction</a:t>
            </a:r>
            <a:endParaRPr sz="6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337" y="2447778"/>
            <a:ext cx="9003323" cy="231039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/>
          <a:p>
            <a:r>
              <a:rPr sz="3600" b="1" dirty="0">
                <a:highlight>
                  <a:srgbClr val="FF0000"/>
                </a:highlight>
              </a:rPr>
              <a:t>An analytical overview of customer behavior </a:t>
            </a:r>
            <a:r>
              <a:rPr lang="en-GB" sz="3600" b="1" dirty="0">
                <a:highlight>
                  <a:srgbClr val="FF0000"/>
                </a:highlight>
              </a:rPr>
              <a:t>, prediction </a:t>
            </a:r>
            <a:r>
              <a:rPr sz="3600" b="1" dirty="0">
                <a:highlight>
                  <a:srgbClr val="FF0000"/>
                </a:highlight>
              </a:rPr>
              <a:t>and</a:t>
            </a:r>
            <a:r>
              <a:rPr lang="en-GB" sz="3600" b="1" dirty="0">
                <a:highlight>
                  <a:srgbClr val="FF0000"/>
                </a:highlight>
              </a:rPr>
              <a:t> </a:t>
            </a:r>
            <a:r>
              <a:rPr sz="3600" b="1" dirty="0">
                <a:highlight>
                  <a:srgbClr val="FF0000"/>
                </a:highlight>
              </a:rPr>
              <a:t>actionable recommendations.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segmentation analysis identifies key customer groups based on income, spending habits, age, and loyalty.</a:t>
            </a:r>
          </a:p>
          <a:p>
            <a:endParaRPr/>
          </a:p>
          <a:p>
            <a:r>
              <a:t>The goal is to understand customer diversity, spending behavior, and develop targeted marketing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 Overview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1. **Active Buyers:** Young, average income, high spenders. Focus on promotions and loyalty.</a:t>
            </a:r>
            <a:r>
              <a:rPr lang="en-GB" dirty="0"/>
              <a:t>   Cluster 2</a:t>
            </a:r>
            <a:endParaRPr dirty="0"/>
          </a:p>
          <a:p>
            <a:endParaRPr dirty="0"/>
          </a:p>
          <a:p>
            <a:r>
              <a:rPr dirty="0"/>
              <a:t>2. **Wealthy Savers:** High income, low spenders. Emphasize value and premium offers.</a:t>
            </a:r>
            <a:r>
              <a:rPr lang="en-GB" dirty="0"/>
              <a:t>  Cluster 1</a:t>
            </a:r>
            <a:endParaRPr dirty="0"/>
          </a:p>
          <a:p>
            <a:endParaRPr dirty="0"/>
          </a:p>
          <a:p>
            <a:r>
              <a:rPr dirty="0"/>
              <a:t>3. **Loyal Wealthy Women:** High income, moderate spending, loyal. Maintain engagement.</a:t>
            </a:r>
            <a:r>
              <a:rPr lang="en-GB" dirty="0"/>
              <a:t> Cluster 3</a:t>
            </a:r>
            <a:endParaRPr dirty="0"/>
          </a:p>
          <a:p>
            <a:endParaRPr dirty="0"/>
          </a:p>
          <a:p>
            <a:r>
              <a:rPr dirty="0"/>
              <a:t>4. **Budget Shoppers:** Young, low income, moderate spenders. Provide affordable options.</a:t>
            </a:r>
            <a:r>
              <a:rPr lang="en-GB" dirty="0"/>
              <a:t>  Cluster 4</a:t>
            </a:r>
            <a:endParaRPr dirty="0"/>
          </a:p>
          <a:p>
            <a:endParaRPr dirty="0"/>
          </a:p>
          <a:p>
            <a:r>
              <a:rPr dirty="0"/>
              <a:t>5. **Low-Income Seniors:** Older, low income, low spenders. Offer health-oriented, affordable plans.</a:t>
            </a:r>
            <a:r>
              <a:rPr lang="en-GB" dirty="0"/>
              <a:t> Cluster 0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Relationships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Focus marketing on Active Buyers and Loyal Wealthy Women.</a:t>
            </a:r>
          </a:p>
          <a:p>
            <a:r>
              <a:t>• Introduce personalized and tiered pricing strategies.</a:t>
            </a:r>
          </a:p>
          <a:p>
            <a:r>
              <a:t>• Build loyalty programs to retain high-value customers.</a:t>
            </a:r>
          </a:p>
          <a:p>
            <a:r>
              <a:t>• Offer affordable packages for Budget Shoppers and Seniors.</a:t>
            </a:r>
          </a:p>
          <a:p>
            <a:r>
              <a:t>• Use continuous data monitoring to adjust strategies based on behavior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CCCD-AF11-4D7B-B28E-097803567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1478279"/>
          </a:xfrm>
        </p:spPr>
        <p:txBody>
          <a:bodyPr/>
          <a:lstStyle/>
          <a:p>
            <a:r>
              <a:rPr lang="en-GB" dirty="0"/>
              <a:t>      Thank you </a:t>
            </a: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40F9D-A4A1-4596-AF8F-2566B65BD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8623" y="4332849"/>
            <a:ext cx="5950632" cy="188507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          </a:t>
            </a:r>
            <a:r>
              <a:rPr lang="en-GB" sz="4000" b="1" dirty="0">
                <a:highlight>
                  <a:srgbClr val="0000FF"/>
                </a:highlight>
              </a:rPr>
              <a:t>Project by EZEANOCHIE CHIDERA QUEENETH</a:t>
            </a:r>
            <a:endParaRPr lang="en-NG" sz="4000" b="1" dirty="0">
              <a:highlight>
                <a:srgbClr val="00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88486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176</TotalTime>
  <Words>229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Wingdings 3</vt:lpstr>
      <vt:lpstr>Ion</vt:lpstr>
      <vt:lpstr>Customer Segmentation Insights and prediction</vt:lpstr>
      <vt:lpstr>Overview of Analysis</vt:lpstr>
      <vt:lpstr>Customer Segments Overview</vt:lpstr>
      <vt:lpstr>Cluster Insights Summary</vt:lpstr>
      <vt:lpstr>Feature Relationships</vt:lpstr>
      <vt:lpstr>Recommendations</vt:lpstr>
      <vt:lpstr>      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Insights</dc:title>
  <dc:subject/>
  <dc:creator/>
  <cp:keywords/>
  <dc:description>generated using python-pptx</dc:description>
  <cp:lastModifiedBy>queenethchidera04@gmail.com</cp:lastModifiedBy>
  <cp:revision>7</cp:revision>
  <dcterms:created xsi:type="dcterms:W3CDTF">2013-01-27T09:14:16Z</dcterms:created>
  <dcterms:modified xsi:type="dcterms:W3CDTF">2025-12-01T12:22:42Z</dcterms:modified>
  <cp:category/>
</cp:coreProperties>
</file>